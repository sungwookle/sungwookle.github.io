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F2F2"/>
    <a:srgbClr val="003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1614A-621E-4F22-B057-0ED1C9054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216CDB-F5B2-4E59-A83C-62D869535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A27E1-1575-44C4-AC20-76E06956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4EFDC7-F03A-4E80-A23F-7EEC9380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2BF63-0211-4DB6-AE18-5BF7817F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51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B3FFD-849C-4A85-8627-DEB2F34D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D14B4-3C2B-486B-8ADC-C09FC4BCE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36626E-A8DF-45A8-9597-C66EEBC9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1EBA95-BBC8-4D82-BCC3-DB57BE6E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47B5D-6343-40F6-9D1C-3C2FF4A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59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5A88C-1B8E-4347-A3CC-652156DA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0FE40-3959-41F8-B441-85A74DAE5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CDCD36-0437-4303-BA41-01210FD9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C6429-176E-48B1-9FA3-49DF33697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3877E-F49D-4C5E-901F-C278C4CA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6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60C77-E556-4D75-9827-FA8E07E3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CFE68-A5D6-4FDB-80FD-5059E9520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742DB9-243D-4FD7-9ECC-F6B429B79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03C3D3-E5F6-4FDF-9F24-9FEA6DFE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71A7F9-FDFC-46E0-947E-39EB8345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544D7C-532B-49C2-9263-2CB7CF94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19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3C195-7F4B-4A01-ADAD-5D3EE7B2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5D7D4-EFA0-4633-83A4-DA5159620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150521-F49A-41B3-B9EB-9FA1FA5BD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3A4ADC-5B8E-4886-BC20-FB0277B80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35100D-A28B-4B88-8EAE-574B92520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D0C6A1-B550-4F48-8962-0564CE14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25385F-1ECD-4574-BFA3-12B2EE9C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CB5D3C-E68B-4176-A950-134F70A9D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95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FE192-985D-4154-955F-3A520C40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8C9D61-3744-4C0E-B438-8F816C05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9DAC95-0CFB-4844-BC2D-01C33181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480BB2-D01E-4A0D-B3D1-F60A01D6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99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44BA96-AE51-409C-9853-11C36BE9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817C25-E671-4391-BD78-B441885D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48435-683A-4A1F-9C2C-91933A99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51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3DA1A-C062-4AD0-BE31-431274EE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1906-90EB-4A46-9285-E5764FEDB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024381-E213-4BF7-8623-69E645374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FCF0ED-D7F3-45A2-AA93-1A51E52B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203402-51F3-4039-802D-F3DC85E2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A5B5F8-5208-40AA-9414-4D5DCB5C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2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06795-4C2A-40BD-B06F-CEB0D765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D0EB9D-72A2-4D39-9209-51050DC36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FC3D25-8300-417D-B429-9F12D42CE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7EFFEE-BA58-49FE-A828-14E25AF0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2E8425-CDA5-4777-B77C-BD9F7230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CEA6C-48B1-4F9B-8FA1-F9F1E23E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84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4F8C6-96BA-420A-847A-CD575302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0EEF5B-985B-47E4-A2FD-0BD9EDF33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38F99-0F98-4B17-A07C-3053FA24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C1A13-6A87-407A-9EA4-9D62E7E8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283BF-FD8A-4F38-ABD6-7CF918D8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45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DB444F-6347-4BB0-9E7E-72879DD05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D5190B-5F76-471A-819B-7A3643E7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F61BF3-1D31-41EE-9911-17CCF3F4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C81E3D-2ABC-4C14-A567-D4AEBA94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B3FB5-CCD7-4878-BC8E-3A733A64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1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292BC3-D028-4C06-A151-E1339555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29F2EB-A2AC-48CD-B534-1D4187248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100BA-E62E-4C9A-94A0-0393A2800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B2756-E595-4BC2-88B5-F0012A3AD593}" type="datetimeFigureOut">
              <a:rPr lang="ko-KR" altLang="en-US" smtClean="0"/>
              <a:t>2022-04-17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D6ED64-DD1B-4D7C-BABC-63A221A5E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C8A17A-A19D-4341-8506-987768644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E5E53-39BD-4A5D-AECD-6F94432F8F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67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yijaewoong91@gmail.com" TargetMode="External"/><Relationship Id="rId2" Type="http://schemas.openxmlformats.org/officeDocument/2006/relationships/hyperlink" Target="mailto:joker1251@naver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dnehdgus52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현대자동차그룹 - 위키백과, 우리 모두의 백과사전">
            <a:extLst>
              <a:ext uri="{FF2B5EF4-FFF2-40B4-BE49-F238E27FC236}">
                <a16:creationId xmlns:a16="http://schemas.microsoft.com/office/drawing/2014/main" id="{AD7AC330-E83F-4B5E-9276-B6C6DC786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19" y="285662"/>
            <a:ext cx="2536570" cy="80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AF9877-B071-4C88-B391-7095BECBA49E}"/>
              </a:ext>
            </a:extLst>
          </p:cNvPr>
          <p:cNvSpPr txBox="1"/>
          <p:nvPr/>
        </p:nvSpPr>
        <p:spPr>
          <a:xfrm>
            <a:off x="2007640" y="1094854"/>
            <a:ext cx="8176721" cy="14986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 latinLnBrk="1">
              <a:lnSpc>
                <a:spcPct val="150000"/>
              </a:lnSpc>
            </a:pP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’22</a:t>
            </a:r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ZER01NE Company Builder</a:t>
            </a:r>
          </a:p>
          <a:p>
            <a:pPr algn="ctr" defTabSz="914400" latinLnBrk="1">
              <a:lnSpc>
                <a:spcPct val="150000"/>
              </a:lnSpc>
            </a:pPr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자기소개서</a:t>
            </a:r>
            <a:endParaRPr lang="en-US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A5EEBDB5-5EA0-4ABE-9A79-101C1671F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888655"/>
              </p:ext>
            </p:extLst>
          </p:nvPr>
        </p:nvGraphicFramePr>
        <p:xfrm>
          <a:off x="1473200" y="2767936"/>
          <a:ext cx="9245600" cy="3624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616">
                  <a:extLst>
                    <a:ext uri="{9D8B030D-6E8A-4147-A177-3AD203B41FA5}">
                      <a16:colId xmlns:a16="http://schemas.microsoft.com/office/drawing/2014/main" val="4234965582"/>
                    </a:ext>
                  </a:extLst>
                </a:gridCol>
                <a:gridCol w="1634702">
                  <a:extLst>
                    <a:ext uri="{9D8B030D-6E8A-4147-A177-3AD203B41FA5}">
                      <a16:colId xmlns:a16="http://schemas.microsoft.com/office/drawing/2014/main" val="416939853"/>
                    </a:ext>
                  </a:extLst>
                </a:gridCol>
                <a:gridCol w="1492313">
                  <a:extLst>
                    <a:ext uri="{9D8B030D-6E8A-4147-A177-3AD203B41FA5}">
                      <a16:colId xmlns:a16="http://schemas.microsoft.com/office/drawing/2014/main" val="2341228268"/>
                    </a:ext>
                  </a:extLst>
                </a:gridCol>
                <a:gridCol w="182781">
                  <a:extLst>
                    <a:ext uri="{9D8B030D-6E8A-4147-A177-3AD203B41FA5}">
                      <a16:colId xmlns:a16="http://schemas.microsoft.com/office/drawing/2014/main" val="3830923979"/>
                    </a:ext>
                  </a:extLst>
                </a:gridCol>
                <a:gridCol w="1116729">
                  <a:extLst>
                    <a:ext uri="{9D8B030D-6E8A-4147-A177-3AD203B41FA5}">
                      <a16:colId xmlns:a16="http://schemas.microsoft.com/office/drawing/2014/main" val="1931359459"/>
                    </a:ext>
                  </a:extLst>
                </a:gridCol>
                <a:gridCol w="558365">
                  <a:extLst>
                    <a:ext uri="{9D8B030D-6E8A-4147-A177-3AD203B41FA5}">
                      <a16:colId xmlns:a16="http://schemas.microsoft.com/office/drawing/2014/main" val="1689930597"/>
                    </a:ext>
                  </a:extLst>
                </a:gridCol>
                <a:gridCol w="1675094">
                  <a:extLst>
                    <a:ext uri="{9D8B030D-6E8A-4147-A177-3AD203B41FA5}">
                      <a16:colId xmlns:a16="http://schemas.microsoft.com/office/drawing/2014/main" val="2748957365"/>
                    </a:ext>
                  </a:extLst>
                </a:gridCol>
              </a:tblGrid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성명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이성욱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소속회사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현대자동차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397876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소속부서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안전시스템제어설계팀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연구원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518444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사번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6901247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핸드폰 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010-9853-3641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29603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개인 이메일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joker1251@naver.com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185078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현재 직무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ACU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소프트웨어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개발 및 검증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92230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전문분야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주요경력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백엔드 개발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제어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SW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석사전공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33721"/>
                  </a:ext>
                </a:extLst>
              </a:tr>
              <a:tr h="36677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사전 팀 구성 여부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구성함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구성하지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885884"/>
                  </a:ext>
                </a:extLst>
              </a:tr>
              <a:tr h="36677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팀명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이성욱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리더명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심규빈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703437"/>
                  </a:ext>
                </a:extLst>
              </a:tr>
              <a:tr h="3667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사전 팀 리더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탈락시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프로그램 참여 및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팀빌딩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참여 여부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희망함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ko-KR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희망하지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790479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670A3D35-63F5-455C-AED0-34DA218E4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045282"/>
            <a:ext cx="217276" cy="2172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F88C8F-BEE6-4589-B214-C76876977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943013"/>
            <a:ext cx="217276" cy="21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598A9CC0-4016-4D99-A848-60C49819B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295953"/>
              </p:ext>
            </p:extLst>
          </p:nvPr>
        </p:nvGraphicFramePr>
        <p:xfrm>
          <a:off x="261823" y="1075165"/>
          <a:ext cx="11668353" cy="527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0326">
                  <a:extLst>
                    <a:ext uri="{9D8B030D-6E8A-4147-A177-3AD203B41FA5}">
                      <a16:colId xmlns:a16="http://schemas.microsoft.com/office/drawing/2014/main" val="2890536387"/>
                    </a:ext>
                  </a:extLst>
                </a:gridCol>
                <a:gridCol w="9968027">
                  <a:extLst>
                    <a:ext uri="{9D8B030D-6E8A-4147-A177-3AD203B41FA5}">
                      <a16:colId xmlns:a16="http://schemas.microsoft.com/office/drawing/2014/main" val="3732347211"/>
                    </a:ext>
                  </a:extLst>
                </a:gridCol>
              </a:tblGrid>
              <a:tr h="34247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경험 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보유 역량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현재 안전시스템제어설계팀에서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ACU SW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설계하고 개발하는 엔지니어로 일을 하고 있습니다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제어 및 상태 추정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예측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관련하여 석사 전공하였고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팀에서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년부터 근무하며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ACU SW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 및 검증 업무를 수행하고 있습니다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차량의 전복 롤각 추정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주도하여 개발하였으며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AI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기반의 카메라를 이용한 승객 자세 추정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판단 로직을 연구하였습니다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최근에는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MySQL, Django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이용하여 시험데이터 분석을 위한 웹기반 툴을 개발하고 있습니다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외적으로는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오픈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웹개발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프로젝트에 참여하여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REST-API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백엔드 개발을 주도하여 구현하고 있으며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백엔드의 데이터를 활용하여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머신러닝 기반의 분석 기능을 개발하고 있습니다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보유 역량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(SW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개발역량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언어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C++, Python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Django, Flask, Keras, Tensorflow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MySQL, AWS Cloud, git, docker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528024"/>
                  </a:ext>
                </a:extLst>
              </a:tr>
              <a:tr h="18532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동기 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의지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무엇보다 도전적인 프로젝트에 함께하고자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지원합니다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역동적인 분야에서 어렵더라도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세상에 파급력 있는 웹서비스를 개발하고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성취해 나가고 싶습니다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또한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참여한 프로젝트가 확장되어 스타트업으로 자립하고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제가 개발한 웹서비스가 많은 사람들에게 유용하게 사용되어지며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치열한 경쟁 속에서 나름의 가치를 창출하는 즐거움을 쟁취하고자 제로원 프로그램에 지원합니다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7534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2C8CBF-1262-4BF6-B01C-6FE2DD1172B8}"/>
              </a:ext>
            </a:extLst>
          </p:cNvPr>
          <p:cNvSpPr txBox="1"/>
          <p:nvPr/>
        </p:nvSpPr>
        <p:spPr>
          <a:xfrm>
            <a:off x="361721" y="179264"/>
            <a:ext cx="8176721" cy="4944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 latinLnBrk="1">
              <a:lnSpc>
                <a:spcPct val="150000"/>
              </a:lnSpc>
            </a:pPr>
            <a:r>
              <a:rPr lang="en-US" altLang="ko-KR" sz="2000" dirty="0">
                <a:solidFill>
                  <a:srgbClr val="0000FF"/>
                </a:solidFill>
              </a:rPr>
              <a:t>■ </a:t>
            </a:r>
            <a:r>
              <a:rPr lang="ko-KR" altLang="en-US" sz="2000" b="1" dirty="0"/>
              <a:t>자기소개서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세부내용</a:t>
            </a:r>
            <a:r>
              <a:rPr lang="en-US" altLang="ko-KR" sz="2000" b="1" dirty="0"/>
              <a:t>)</a:t>
            </a:r>
            <a:endParaRPr lang="en-US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60055-4A1C-410B-9DFA-61BE6C57C01E}"/>
              </a:ext>
            </a:extLst>
          </p:cNvPr>
          <p:cNvSpPr txBox="1"/>
          <p:nvPr/>
        </p:nvSpPr>
        <p:spPr>
          <a:xfrm>
            <a:off x="261824" y="720572"/>
            <a:ext cx="8444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도전적이고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진취적인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SW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개발자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이성욱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입니다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(</a:t>
            </a:r>
            <a:r>
              <a:rPr lang="en-US" altLang="ko-KR" sz="1400" dirty="0">
                <a:latin typeface="맑은 고딕" panose="020F0502020204030204"/>
                <a:ea typeface="맑은 고딕" panose="020B0503020000020004" pitchFamily="50" charset="-127"/>
              </a:rPr>
              <a:t>https://github.com/SungwookLE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1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F1E1C01-4E9F-4762-9359-4B19DE988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197482"/>
              </p:ext>
            </p:extLst>
          </p:nvPr>
        </p:nvGraphicFramePr>
        <p:xfrm>
          <a:off x="361720" y="2437708"/>
          <a:ext cx="10311823" cy="1600200"/>
        </p:xfrm>
        <a:graphic>
          <a:graphicData uri="http://schemas.openxmlformats.org/drawingml/2006/table">
            <a:tbl>
              <a:tblPr/>
              <a:tblGrid>
                <a:gridCol w="1878019">
                  <a:extLst>
                    <a:ext uri="{9D8B030D-6E8A-4147-A177-3AD203B41FA5}">
                      <a16:colId xmlns:a16="http://schemas.microsoft.com/office/drawing/2014/main" val="2993540716"/>
                    </a:ext>
                  </a:extLst>
                </a:gridCol>
                <a:gridCol w="4026369">
                  <a:extLst>
                    <a:ext uri="{9D8B030D-6E8A-4147-A177-3AD203B41FA5}">
                      <a16:colId xmlns:a16="http://schemas.microsoft.com/office/drawing/2014/main" val="995193195"/>
                    </a:ext>
                  </a:extLst>
                </a:gridCol>
                <a:gridCol w="1215075">
                  <a:extLst>
                    <a:ext uri="{9D8B030D-6E8A-4147-A177-3AD203B41FA5}">
                      <a16:colId xmlns:a16="http://schemas.microsoft.com/office/drawing/2014/main" val="3806135172"/>
                    </a:ext>
                  </a:extLst>
                </a:gridCol>
                <a:gridCol w="3192360">
                  <a:extLst>
                    <a:ext uri="{9D8B030D-6E8A-4147-A177-3AD203B41FA5}">
                      <a16:colId xmlns:a16="http://schemas.microsoft.com/office/drawing/2014/main" val="989720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소속회사</a:t>
                      </a:r>
                      <a:r>
                        <a:rPr lang="en-US" altLang="ko-KR" sz="1500" b="1" dirty="0">
                          <a:latin typeface="+mj-lt"/>
                        </a:rPr>
                        <a:t>/</a:t>
                      </a:r>
                      <a:r>
                        <a:rPr lang="ko-KR" altLang="en-US" sz="1500" b="1" dirty="0">
                          <a:latin typeface="+mj-lt"/>
                        </a:rPr>
                        <a:t>부서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사번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이메일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90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심규빈</a:t>
                      </a:r>
                      <a:r>
                        <a:rPr lang="en-US" altLang="ko-KR" sz="1500" dirty="0">
                          <a:latin typeface="+mj-lt"/>
                        </a:rPr>
                        <a:t>(</a:t>
                      </a:r>
                      <a:r>
                        <a:rPr lang="ko-KR" altLang="en-US" sz="1500" dirty="0">
                          <a:latin typeface="+mj-lt"/>
                        </a:rPr>
                        <a:t>리더</a:t>
                      </a:r>
                      <a:r>
                        <a:rPr lang="en-US" altLang="ko-KR" sz="1500" dirty="0">
                          <a:latin typeface="+mj-lt"/>
                        </a:rPr>
                        <a:t>)</a:t>
                      </a:r>
                      <a:endParaRPr lang="ko-KR" altLang="en-US" sz="15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현대자동차</a:t>
                      </a:r>
                      <a:r>
                        <a:rPr lang="en-US" altLang="ko-KR" sz="1500" dirty="0">
                          <a:latin typeface="+mj-lt"/>
                        </a:rPr>
                        <a:t>/</a:t>
                      </a:r>
                      <a:r>
                        <a:rPr lang="ko-KR" altLang="en-US" sz="1500" dirty="0">
                          <a:latin typeface="+mj-lt"/>
                        </a:rPr>
                        <a:t>전동화제어개발</a:t>
                      </a:r>
                      <a:r>
                        <a:rPr lang="en-US" altLang="ko-KR" sz="1500" dirty="0">
                          <a:latin typeface="+mj-lt"/>
                        </a:rPr>
                        <a:t>1</a:t>
                      </a:r>
                      <a:r>
                        <a:rPr lang="ko-KR" altLang="en-US" sz="1500" dirty="0">
                          <a:latin typeface="+mj-lt"/>
                        </a:rPr>
                        <a:t>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latin typeface="+mj-lt"/>
                        </a:rPr>
                        <a:t>7001611</a:t>
                      </a:r>
                      <a:endParaRPr lang="ko-KR" altLang="en-US" sz="15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latin typeface="+mj-lt"/>
                        </a:rPr>
                        <a:t>gbcompany27@gmail.com</a:t>
                      </a:r>
                      <a:endParaRPr lang="ko-KR" altLang="en-US" sz="15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1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이성욱</a:t>
                      </a:r>
                      <a:r>
                        <a:rPr lang="en-US" altLang="ko-KR" sz="1500" b="1" dirty="0">
                          <a:latin typeface="+mj-lt"/>
                        </a:rPr>
                        <a:t>(</a:t>
                      </a:r>
                      <a:r>
                        <a:rPr lang="ko-KR" altLang="en-US" sz="1500" b="1" dirty="0">
                          <a:latin typeface="+mj-lt"/>
                        </a:rPr>
                        <a:t>팀원</a:t>
                      </a:r>
                      <a:r>
                        <a:rPr lang="en-US" altLang="ko-KR" sz="1500" b="1" dirty="0">
                          <a:latin typeface="+mj-lt"/>
                        </a:rPr>
                        <a:t>)</a:t>
                      </a:r>
                      <a:endParaRPr lang="ko-KR" altLang="en-US" sz="1500" b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b="1" dirty="0">
                          <a:latin typeface="+mj-lt"/>
                        </a:rPr>
                        <a:t>현대자동차</a:t>
                      </a:r>
                      <a:r>
                        <a:rPr lang="en-US" altLang="ko-KR" sz="1500" b="1" dirty="0">
                          <a:latin typeface="+mj-lt"/>
                        </a:rPr>
                        <a:t>/</a:t>
                      </a:r>
                      <a:r>
                        <a:rPr lang="ko-KR" altLang="en-US" sz="1500" b="1" dirty="0">
                          <a:latin typeface="+mj-lt"/>
                        </a:rPr>
                        <a:t>안전시스템제어설계팀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1" dirty="0">
                          <a:latin typeface="+mj-lt"/>
                        </a:rPr>
                        <a:t>6901247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+mj-lt"/>
                          <a:hlinkClick r:id="rId2"/>
                        </a:rPr>
                        <a:t>joker1251@naver.com</a:t>
                      </a:r>
                      <a:endParaRPr lang="en-US" sz="1500" b="1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32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이재웅</a:t>
                      </a:r>
                      <a:r>
                        <a:rPr lang="en-US" altLang="ko-KR" sz="1500" dirty="0">
                          <a:latin typeface="+mj-lt"/>
                        </a:rPr>
                        <a:t>(</a:t>
                      </a:r>
                      <a:r>
                        <a:rPr lang="ko-KR" altLang="en-US" sz="1500" dirty="0">
                          <a:latin typeface="+mj-lt"/>
                        </a:rPr>
                        <a:t>팀원</a:t>
                      </a:r>
                      <a:r>
                        <a:rPr lang="en-US" altLang="ko-KR" sz="1500" dirty="0">
                          <a:latin typeface="+mj-lt"/>
                        </a:rPr>
                        <a:t>)</a:t>
                      </a:r>
                      <a:endParaRPr lang="ko-KR" altLang="en-US" sz="15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현대자동차</a:t>
                      </a:r>
                      <a:r>
                        <a:rPr lang="en-US" altLang="ko-KR" sz="1500" dirty="0">
                          <a:latin typeface="+mj-lt"/>
                        </a:rPr>
                        <a:t>/</a:t>
                      </a:r>
                      <a:r>
                        <a:rPr lang="ko-KR" altLang="en-US" sz="1500" dirty="0">
                          <a:latin typeface="+mj-lt"/>
                        </a:rPr>
                        <a:t>상용제동설계팀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latin typeface="+mj-lt"/>
                        </a:rPr>
                        <a:t>7001776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+mj-lt"/>
                          <a:hlinkClick r:id="rId3"/>
                        </a:rPr>
                        <a:t>yijaewoong91@gmail.com</a:t>
                      </a:r>
                      <a:endParaRPr lang="en-US" sz="15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62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우동현</a:t>
                      </a:r>
                      <a:r>
                        <a:rPr lang="en-US" altLang="ko-KR" sz="1500" dirty="0">
                          <a:latin typeface="+mj-lt"/>
                        </a:rPr>
                        <a:t>(</a:t>
                      </a:r>
                      <a:r>
                        <a:rPr lang="ko-KR" altLang="en-US" sz="1500" dirty="0">
                          <a:latin typeface="+mj-lt"/>
                        </a:rPr>
                        <a:t>팀원</a:t>
                      </a:r>
                      <a:r>
                        <a:rPr lang="en-US" altLang="ko-KR" sz="1500" dirty="0">
                          <a:latin typeface="+mj-lt"/>
                        </a:rPr>
                        <a:t>)</a:t>
                      </a:r>
                      <a:endParaRPr lang="ko-KR" altLang="en-US" sz="15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latin typeface="+mj-lt"/>
                        </a:rPr>
                        <a:t>현대자동차</a:t>
                      </a:r>
                      <a:r>
                        <a:rPr lang="en-US" altLang="ko-KR" sz="1500" dirty="0">
                          <a:latin typeface="+mj-lt"/>
                        </a:rPr>
                        <a:t>/</a:t>
                      </a:r>
                      <a:r>
                        <a:rPr lang="ko-KR" altLang="en-US" sz="1500" dirty="0">
                          <a:latin typeface="+mj-lt"/>
                        </a:rPr>
                        <a:t>전동화제어개발</a:t>
                      </a:r>
                      <a:r>
                        <a:rPr lang="en-US" altLang="ko-KR" sz="1500" dirty="0">
                          <a:latin typeface="+mj-lt"/>
                        </a:rPr>
                        <a:t>1</a:t>
                      </a:r>
                      <a:r>
                        <a:rPr lang="ko-KR" altLang="en-US" sz="1500" dirty="0">
                          <a:latin typeface="+mj-lt"/>
                        </a:rPr>
                        <a:t>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latin typeface="+mj-lt"/>
                        </a:rPr>
                        <a:t>7001604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+mj-lt"/>
                          <a:hlinkClick r:id="rId4"/>
                        </a:rPr>
                        <a:t>dnehdgus525@gmail.com</a:t>
                      </a:r>
                      <a:endParaRPr lang="en-US" sz="1500" dirty="0"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27809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DF61086-A52F-4E07-B483-B54AB57FC76F}"/>
              </a:ext>
            </a:extLst>
          </p:cNvPr>
          <p:cNvSpPr txBox="1"/>
          <p:nvPr/>
        </p:nvSpPr>
        <p:spPr>
          <a:xfrm>
            <a:off x="361721" y="179264"/>
            <a:ext cx="8176721" cy="4944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 latinLnBrk="1">
              <a:lnSpc>
                <a:spcPct val="150000"/>
              </a:lnSpc>
            </a:pPr>
            <a:r>
              <a:rPr lang="en-US" altLang="ko-KR" sz="2000" dirty="0">
                <a:solidFill>
                  <a:srgbClr val="0000FF"/>
                </a:solidFill>
              </a:rPr>
              <a:t>■ </a:t>
            </a:r>
            <a:r>
              <a:rPr lang="ko-KR" altLang="en-US" sz="2000" b="1" dirty="0"/>
              <a:t>사전 구성팀 정보</a:t>
            </a:r>
            <a:endParaRPr lang="en-US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9B970-00A3-4326-8856-0AA7265FEABB}"/>
              </a:ext>
            </a:extLst>
          </p:cNvPr>
          <p:cNvSpPr txBox="1"/>
          <p:nvPr/>
        </p:nvSpPr>
        <p:spPr>
          <a:xfrm>
            <a:off x="361721" y="869503"/>
            <a:ext cx="10885399" cy="149893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 latinLnBrk="1">
              <a:lnSpc>
                <a:spcPct val="150000"/>
              </a:lnSpc>
            </a:pPr>
            <a:r>
              <a:rPr lang="ko-KR" altLang="en-US" sz="1500" b="1" dirty="0"/>
              <a:t>팀명</a:t>
            </a:r>
            <a:r>
              <a:rPr lang="en-US" altLang="ko-KR" sz="1500" b="1" dirty="0"/>
              <a:t>: </a:t>
            </a:r>
            <a:r>
              <a:rPr lang="ko-KR" altLang="en-US" sz="1500" dirty="0"/>
              <a:t>오름</a:t>
            </a:r>
            <a:endParaRPr lang="en-US" altLang="ko-KR" sz="1500" dirty="0"/>
          </a:p>
          <a:p>
            <a:pPr defTabSz="914400" latinLnBrk="1">
              <a:lnSpc>
                <a:spcPct val="150000"/>
              </a:lnSpc>
            </a:pPr>
            <a:r>
              <a:rPr lang="ko-KR" altLang="en-US" sz="1500" b="1" dirty="0"/>
              <a:t>신사업 아이디어명</a:t>
            </a:r>
            <a:r>
              <a:rPr lang="en-US" altLang="ko-KR" sz="1500" b="1" dirty="0"/>
              <a:t>: </a:t>
            </a:r>
            <a:r>
              <a:rPr lang="ko-KR" altLang="en-US" sz="1600" dirty="0"/>
              <a:t>사회초년생을 위한 주식정보 제공 플랫폼 및 </a:t>
            </a:r>
            <a:r>
              <a:rPr lang="en-US" altLang="ko-KR" sz="1600" dirty="0"/>
              <a:t>IOT </a:t>
            </a:r>
            <a:r>
              <a:rPr lang="ko-KR" altLang="en-US" sz="1600" dirty="0"/>
              <a:t>기기 등을 위한 개인화된 자산 정보 </a:t>
            </a:r>
            <a:r>
              <a:rPr lang="en-US" altLang="ko-KR" sz="1600" dirty="0"/>
              <a:t>API </a:t>
            </a:r>
            <a:r>
              <a:rPr lang="ko-KR" altLang="en-US" sz="1600" dirty="0"/>
              <a:t>사업</a:t>
            </a:r>
            <a:endParaRPr lang="en-US" altLang="ko-KR" sz="1600" dirty="0"/>
          </a:p>
          <a:p>
            <a:pPr defTabSz="914400" latinLnBrk="1">
              <a:lnSpc>
                <a:spcPct val="150000"/>
              </a:lnSpc>
            </a:pPr>
            <a:endParaRPr lang="en-US" sz="1600" dirty="0"/>
          </a:p>
          <a:p>
            <a:pPr defTabSz="914400" latinLnBrk="1">
              <a:lnSpc>
                <a:spcPct val="150000"/>
              </a:lnSpc>
            </a:pPr>
            <a:r>
              <a:rPr lang="ko-KR" altLang="en-US" sz="1600" b="1" dirty="0"/>
              <a:t>팀원 인적사항</a:t>
            </a:r>
            <a:r>
              <a:rPr lang="en-US" altLang="ko-KR" sz="1600" b="1" dirty="0"/>
              <a:t>: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76739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0EC2B8-1115-4DAB-AAE2-77DEE95CD9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46169AC-3FE4-4335-8C20-DB1C587DF2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6833A00-7504-4A2E-B2EB-FDF44685FB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368</Words>
  <Application>Microsoft Office PowerPoint</Application>
  <PresentationFormat>와이드스크린</PresentationFormat>
  <Paragraphs>68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KImEuichan</dc:creator>
  <cp:lastModifiedBy>sungwook LEE</cp:lastModifiedBy>
  <cp:revision>48</cp:revision>
  <dcterms:created xsi:type="dcterms:W3CDTF">2021-04-07T07:17:12Z</dcterms:created>
  <dcterms:modified xsi:type="dcterms:W3CDTF">2022-04-17T06:06:47Z</dcterms:modified>
</cp:coreProperties>
</file>